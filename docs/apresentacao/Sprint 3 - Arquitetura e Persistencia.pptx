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Moeda Estudantil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Sprint 3 | Arquitetura MVC e camada de persistência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78240" y="384048"/>
            <a:ext cx="2468880" cy="246888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713232"/>
            <a:ext cx="1828800" cy="1828800"/>
          </a:xfrm>
          <a:prstGeom prst="arc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0" y="13898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Release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519379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285232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Java 21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8528" y="519379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528523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519379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528523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Thymeleaf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02352" y="51937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528523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Escopo entregue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protótipo cobre cadastro, autenticação, moedas, vantagens e extratos.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676656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72033"/>
                </a:solidFill>
              </a:rPr>
              <a:t>Alunos cadastram perfil, consultam saldo/extrato e resgatam vantagens.</a:t>
            </a:r>
            <a:endParaRPr lang="en-US" sz="1700" dirty="0"/>
          </a:p>
          <a:p>
            <a:r>
              <a:rPr lang="en-US" sz="1700" dirty="0">
                <a:solidFill>
                  <a:srgbClr val="172033"/>
                </a:solidFill>
              </a:rPr>
              <a:t>Empresas parceiras cadastram perfil e gerenciam vantagens com foto e custo.</a:t>
            </a:r>
            <a:endParaRPr lang="en-US" sz="1700" dirty="0"/>
          </a:p>
          <a:p>
            <a:r>
              <a:rPr lang="en-US" sz="1700" dirty="0">
                <a:solidFill>
                  <a:srgbClr val="172033"/>
                </a:solidFill>
              </a:rPr>
              <a:t>Professores pré-cadastrados enviam moedas com mensagem obrigatória.</a:t>
            </a:r>
            <a:endParaRPr lang="en-US" sz="1700" dirty="0"/>
          </a:p>
          <a:p>
            <a:r>
              <a:rPr lang="en-US" sz="1700" dirty="0">
                <a:solidFill>
                  <a:srgbClr val="172033"/>
                </a:solidFill>
              </a:rPr>
              <a:t>Eventos de recebimento e resgate disparam notificações por e-mail.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667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Versão final dos CRUDs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41080" y="2267712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50808" y="23591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Aluno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41080" y="3017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0808" y="31089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Empresa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41080" y="376732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0808" y="385876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Vantagem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MVC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Camadas separadas para view, controle, regra de negócio e persistência.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50876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1618488"/>
            <a:ext cx="9363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View | Thymeleaf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99032" y="1856232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Templates HTML e Bootstrap renderizados no servidor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080760" y="2176272"/>
            <a:ext cx="0" cy="438912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34440" y="265176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761488"/>
            <a:ext cx="9363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Controller | Spring MVC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99032" y="2999232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Recebe GET/POST, valida sessão e redireciona fluxos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080760" y="3319272"/>
            <a:ext cx="0" cy="438912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4440" y="379476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904488"/>
            <a:ext cx="9363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99032" y="4142232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Concentra regras: saldo, resgate, cadastro, transações e e-mail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080760" y="4462272"/>
            <a:ext cx="0" cy="438912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34440" y="493776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5047488"/>
            <a:ext cx="9363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Repository + 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99032" y="5285232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Spring Data JPA, entidades e mapeamento ORM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Camada de persistência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Spring Data JPA substitui DAOs manuais com repositories tipados.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08760"/>
            <a:ext cx="5303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Repositories estendem JpaRepository para operações CRUD.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Hibernate mapeia entidades para PostgreSQL.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Herança JOINED separa Usuario, Aluno, Professor e Empresa.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Transações usam SINGLE_TABLE para envio e resgate.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Testes usam H2 em memória com perfil test.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81328"/>
          <a:ext cx="521208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1417320"/>
                <a:gridCol w="25146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Entidade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Tabela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Responsabilidade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Aluno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alunos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Perfil, curso, instituição e saldo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EmpresaParceira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empresas_parceiras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Parceiro e suas vantagens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Vantagem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vantagens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Descrição, foto, custo e status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Transacao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transacoes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Histórico de envio e resgate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481328"/>
            <a:ext cx="5212080" cy="493776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modelo foi revisado para acompanhar as entidades JPA.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ocs/sprint2/modelo-er/v1/Modelo ER - Sistema de Moeda Estudan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98448"/>
            <a:ext cx="106984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Fluxos principais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Regras de negócio ficam centralizadas nos services.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72768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8249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Cadastro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1832" y="19202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Aluno/empresa envia formulário, service valida e repository persiste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434840" y="1572768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68249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Enviar moedas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99432" y="19202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Professor seleciona aluno, valor e mensagem; saldo é debitado/creditado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092440" y="1572768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8249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Resgate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57032" y="19202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Aluno escolhe vantagem, sistema debita saldo e gera cupom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078992" y="3703320"/>
            <a:ext cx="996696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72033"/>
                </a:solidFill>
              </a:rPr>
              <a:t>Validações de e-mail, CPF/CNPJ e saldo protegem as operações.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Spring Security separa rotas por papéis: ALUNO, PROFESSOR e EMPRESA.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A empresa só altera vantagens pertencentes à própria conta.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Checklist final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910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159105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Modelo ER revisado e PNG regenerado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23042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CRUD final de aluno e empresa parceira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301752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MVC com controllers, services, repositories e views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98448" y="37307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Persistência com PostgreSQL + JPA/Hibernate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43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6EFAC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44439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Testes de contexto usando H2 em memória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Pronto para demonstração e publicação no repositório.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3 - Sistema de Moeda Estudantil</dc:title>
  <dc:subject>Arquitetura MVC e camada de persistência</dc:subject>
  <dc:creator>Sistema de Moeda Estudantil</dc:creator>
  <cp:lastModifiedBy>Sistema de Moeda Estudantil</cp:lastModifiedBy>
  <cp:revision>1</cp:revision>
  <dcterms:created xsi:type="dcterms:W3CDTF">2026-05-09T12:54:07Z</dcterms:created>
  <dcterms:modified xsi:type="dcterms:W3CDTF">2026-05-09T12:54:07Z</dcterms:modified>
</cp:coreProperties>
</file>